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3" r:id="rId3"/>
    <p:sldId id="262" r:id="rId4"/>
    <p:sldId id="264" r:id="rId5"/>
    <p:sldId id="257" r:id="rId6"/>
    <p:sldId id="258" r:id="rId7"/>
    <p:sldId id="259" r:id="rId8"/>
    <p:sldId id="260" r:id="rId9"/>
    <p:sldId id="261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5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02F-4299-479C-B15E-F143261314E2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C122-6047-4DF2-B658-83EED2B0E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6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2C122-6047-4DF2-B658-83EED2B0EF1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034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4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5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110C-44BF-413A-8FA8-51FBC9510905}" type="datetimeFigureOut">
              <a:rPr lang="ru-RU" smtClean="0"/>
              <a:t>01.10.2025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3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7" Type="http://schemas.openxmlformats.org/officeDocument/2006/relationships/image" Target="../media/image10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tmp"/><Relationship Id="rId5" Type="http://schemas.openxmlformats.org/officeDocument/2006/relationships/image" Target="../media/image8.tmp"/><Relationship Id="rId4" Type="http://schemas.openxmlformats.org/officeDocument/2006/relationships/image" Target="../media/image7.tm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506.03134" TargetMode="External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proceedings.mlr.press/v37/xuc15.pdf" TargetMode="External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Recurrent neural networks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r>
              <a:rPr lang="en-US" dirty="0"/>
              <a:t>Deep learning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702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6D50D0-4AE2-D505-9E12-2D0742F92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architectures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B76AE4C-4CF5-263F-9ACD-986EA8182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051" y="1690688"/>
            <a:ext cx="4956858" cy="484091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718570C-14BE-2EE0-BE07-9B8D26F65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843" y="1690688"/>
            <a:ext cx="2294565" cy="464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671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9816B-87EF-3C5D-1902-A15C2FDC8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architectures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EF2DD4C-3D39-F29E-F97B-0DBE9FDB71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51391"/>
            <a:ext cx="2789146" cy="4486203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8EC78EA-410B-08DE-2D8C-E9238F7642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349" y="2492944"/>
            <a:ext cx="7580250" cy="276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79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902E6B-C0D8-2F34-3167-8BF16B496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architectures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2B5560F-2F30-3034-1BBF-3027151E26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838" y="1690688"/>
            <a:ext cx="1952065" cy="1983424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7544EF7-140F-F5FF-219D-FD0A69ECB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165" y="4199714"/>
            <a:ext cx="2068913" cy="195487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50C3D17-48CF-9FAA-37CB-9EFAB454FB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834" y="2935959"/>
            <a:ext cx="1952064" cy="18612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9C81740-0290-C7E2-A7D1-5D1132C1EA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4809" y="1697623"/>
            <a:ext cx="2048117" cy="203205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ECDBF24-3A1F-7D85-9E30-C34EFFD726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113" y="4346421"/>
            <a:ext cx="3345728" cy="194292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5EA310A-B8D5-0A61-A21C-6116D6C00A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838" y="1760192"/>
            <a:ext cx="2602611" cy="191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084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FD4DA-FDFA-3FC4-258D-FC1CC55A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DropOut</a:t>
            </a:r>
            <a:r>
              <a:rPr lang="en-US" dirty="0"/>
              <a:t> for RNN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90280A-F3A0-EBD2-3A9C-16F57CD71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8817"/>
          </a:xfrm>
        </p:spPr>
        <p:txBody>
          <a:bodyPr>
            <a:normAutofit/>
          </a:bodyPr>
          <a:lstStyle/>
          <a:p>
            <a:r>
              <a:rPr lang="en-US" dirty="0"/>
              <a:t>Apply only to non-recurrent connections</a:t>
            </a:r>
            <a:r>
              <a:rPr lang="ru-RU" dirty="0"/>
              <a:t>!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7D57989-E06F-2ACE-4B9A-14A8204F3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210" y="2728901"/>
            <a:ext cx="9170587" cy="348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15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7A3D3-DF89-AE43-6C01-F4E43E5E1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DropOut</a:t>
            </a:r>
            <a:r>
              <a:rPr lang="en-US" dirty="0"/>
              <a:t> for</a:t>
            </a:r>
            <a:r>
              <a:rPr lang="ru-RU" dirty="0"/>
              <a:t> </a:t>
            </a:r>
            <a:r>
              <a:rPr lang="en-US" dirty="0"/>
              <a:t>RNN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510DA9D-5877-D223-D27B-D392CDFDB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015" y="2011682"/>
            <a:ext cx="9411710" cy="4091126"/>
          </a:xfrm>
        </p:spPr>
      </p:pic>
    </p:spTree>
    <p:extLst>
      <p:ext uri="{BB962C8B-B14F-4D97-AF65-F5344CB8AC3E}">
        <p14:creationId xmlns:p14="http://schemas.microsoft.com/office/powerpoint/2010/main" val="4026039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0A77A0-7153-071A-506C-8D304C029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DropOut</a:t>
            </a:r>
            <a:r>
              <a:rPr lang="en-US" dirty="0"/>
              <a:t> for</a:t>
            </a:r>
            <a:r>
              <a:rPr lang="ru-RU" dirty="0"/>
              <a:t> </a:t>
            </a:r>
            <a:r>
              <a:rPr lang="en-US" dirty="0"/>
              <a:t>LSTM/GRU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253170D-A766-1A0B-B215-9ED519F008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781" y="1452530"/>
            <a:ext cx="10122260" cy="5040345"/>
          </a:xfrm>
        </p:spPr>
      </p:pic>
    </p:spTree>
    <p:extLst>
      <p:ext uri="{BB962C8B-B14F-4D97-AF65-F5344CB8AC3E}">
        <p14:creationId xmlns:p14="http://schemas.microsoft.com/office/powerpoint/2010/main" val="1559394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707054-FCC1-1BDF-9576-B3443EF60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ZoneOut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FECC7CC-F60D-E3D3-A257-E8F615FC33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738" y="1690688"/>
            <a:ext cx="9098524" cy="4760018"/>
          </a:xfrm>
        </p:spPr>
      </p:pic>
    </p:spTree>
    <p:extLst>
      <p:ext uri="{BB962C8B-B14F-4D97-AF65-F5344CB8AC3E}">
        <p14:creationId xmlns:p14="http://schemas.microsoft.com/office/powerpoint/2010/main" val="3951807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A3B985-3DB1-F184-4A29-D394F233E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Normalization for</a:t>
            </a:r>
            <a:r>
              <a:rPr lang="ru-RU" dirty="0"/>
              <a:t> </a:t>
            </a:r>
            <a:r>
              <a:rPr lang="en-US" dirty="0"/>
              <a:t>RNN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23422C1-4F5E-8932-C076-A882EC79F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757" y="2685448"/>
            <a:ext cx="9508485" cy="2049907"/>
          </a:xfrm>
        </p:spPr>
      </p:pic>
    </p:spTree>
    <p:extLst>
      <p:ext uri="{BB962C8B-B14F-4D97-AF65-F5344CB8AC3E}">
        <p14:creationId xmlns:p14="http://schemas.microsoft.com/office/powerpoint/2010/main" val="1533212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42FB4-73CF-737B-3EDB-C9B00ACB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mechanism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BE3DE07-B2B3-781B-0129-9F2C1F3EF2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57" y="1702718"/>
            <a:ext cx="8247336" cy="4675865"/>
          </a:xfr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CA660FF-54A3-8989-C33C-534CD75D6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396" y="2758252"/>
            <a:ext cx="3345728" cy="194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477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5D23E-6B10-1C91-B6B3-797DA67EE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mechanism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19EFBB-CAB8-2E84-AE3C-3EA4062F9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525" y="2868329"/>
            <a:ext cx="7786950" cy="199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809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2831BA-6E6C-6B2E-20D8-A5D856A5E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mechanism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E7C2D5B-9327-29B9-8EFC-4E99E7B12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168" y="1957476"/>
            <a:ext cx="8666685" cy="4384565"/>
          </a:xfrm>
        </p:spPr>
      </p:pic>
    </p:spTree>
    <p:extLst>
      <p:ext uri="{BB962C8B-B14F-4D97-AF65-F5344CB8AC3E}">
        <p14:creationId xmlns:p14="http://schemas.microsoft.com/office/powerpoint/2010/main" val="1496137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D0D225-02DC-5EAF-7AD6-AB32E2784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text generation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4F6C38A-1BAB-F30D-A2C1-CE91B79EC3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535782"/>
            <a:ext cx="4070684" cy="5100615"/>
          </a:xfr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5B68FFB-2780-56B5-FA5B-68F85078B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034" y="2317475"/>
            <a:ext cx="2240623" cy="222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648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41846-A6B7-8B8B-5643-65D67F3C5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r>
              <a:rPr lang="ru-RU" dirty="0"/>
              <a:t>: </a:t>
            </a:r>
            <a:r>
              <a:rPr lang="en-US" dirty="0"/>
              <a:t>text generation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D8BD40E-9FCA-41AB-DA9D-7E09EDAEED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473" y="1524440"/>
            <a:ext cx="9015054" cy="5172421"/>
          </a:xfrm>
        </p:spPr>
      </p:pic>
    </p:spTree>
    <p:extLst>
      <p:ext uri="{BB962C8B-B14F-4D97-AF65-F5344CB8AC3E}">
        <p14:creationId xmlns:p14="http://schemas.microsoft.com/office/powerpoint/2010/main" val="3446476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9E2C12-E41A-661E-F816-8D76AB064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r>
              <a:rPr lang="ru-RU" dirty="0"/>
              <a:t>: </a:t>
            </a:r>
            <a:r>
              <a:rPr lang="en-US" dirty="0"/>
              <a:t>text generation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A6B5245-9EA8-8286-92C9-3EAB4AF638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455" y="1330022"/>
            <a:ext cx="7711090" cy="5456823"/>
          </a:xfrm>
        </p:spPr>
      </p:pic>
    </p:spTree>
    <p:extLst>
      <p:ext uri="{BB962C8B-B14F-4D97-AF65-F5344CB8AC3E}">
        <p14:creationId xmlns:p14="http://schemas.microsoft.com/office/powerpoint/2010/main" val="2890677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BDF08-007E-5AA7-7670-508EBD509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solving combinatorial problems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3440A24-50A7-106B-0583-4E237DFB5B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7557" y="1803914"/>
            <a:ext cx="7583203" cy="4715137"/>
          </a:xfrm>
        </p:spPr>
      </p:pic>
    </p:spTree>
    <p:extLst>
      <p:ext uri="{BB962C8B-B14F-4D97-AF65-F5344CB8AC3E}">
        <p14:creationId xmlns:p14="http://schemas.microsoft.com/office/powerpoint/2010/main" val="230367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1581C1-DE43-470D-1237-889167D8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solving combinatorial problems</a:t>
            </a: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99AEAFDF-3F73-8943-11C2-546EA8559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662" y="2147986"/>
            <a:ext cx="7857484" cy="425374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0A771B-B033-1C35-BDE1-3A112CDD3207}"/>
              </a:ext>
            </a:extLst>
          </p:cNvPr>
          <p:cNvSpPr txBox="1"/>
          <p:nvPr/>
        </p:nvSpPr>
        <p:spPr>
          <a:xfrm>
            <a:off x="4643568" y="6366037"/>
            <a:ext cx="2328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hlinkClick r:id="rId3"/>
              </a:rPr>
              <a:t>Pointer Network </a:t>
            </a:r>
            <a:r>
              <a:rPr lang="de-DE" dirty="0" err="1">
                <a:hlinkClick r:id="rId3"/>
              </a:rPr>
              <a:t>paper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4EF96B-BB16-3492-E086-9E8D3CA3D64A}"/>
              </a:ext>
            </a:extLst>
          </p:cNvPr>
          <p:cNvSpPr txBox="1"/>
          <p:nvPr/>
        </p:nvSpPr>
        <p:spPr>
          <a:xfrm>
            <a:off x="838200" y="1506022"/>
            <a:ext cx="9247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problem here: the size of output vocabulary (number of classes) depends on input sequence</a:t>
            </a:r>
          </a:p>
          <a:p>
            <a:r>
              <a:rPr lang="en-US" dirty="0"/>
              <a:t>Solution: use attention weights as output probabilities for each class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82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52998-C68B-DEE4-A9AF-BB5022AA6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</a:t>
            </a:r>
            <a:r>
              <a:rPr lang="ru-RU" dirty="0"/>
              <a:t>: </a:t>
            </a:r>
            <a:r>
              <a:rPr lang="en-US" dirty="0"/>
              <a:t>image caption generation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379DB46-3946-1411-F2D1-899BE0F0D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032" y="1690688"/>
            <a:ext cx="8253935" cy="4985542"/>
          </a:xfrm>
        </p:spPr>
      </p:pic>
    </p:spTree>
    <p:extLst>
      <p:ext uri="{BB962C8B-B14F-4D97-AF65-F5344CB8AC3E}">
        <p14:creationId xmlns:p14="http://schemas.microsoft.com/office/powerpoint/2010/main" val="567738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91D57A-471F-B09B-92DF-9D3152978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</a:t>
            </a:r>
            <a:r>
              <a:rPr lang="ru-RU" dirty="0"/>
              <a:t>: </a:t>
            </a:r>
            <a:r>
              <a:rPr lang="en-US" dirty="0"/>
              <a:t>image caption generation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73151BC-20F1-6BDE-0632-4C0782C52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940" y="1677103"/>
            <a:ext cx="9036120" cy="450044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E21440-2217-9139-79D7-6AB01236DA45}"/>
              </a:ext>
            </a:extLst>
          </p:cNvPr>
          <p:cNvSpPr txBox="1"/>
          <p:nvPr/>
        </p:nvSpPr>
        <p:spPr>
          <a:xfrm>
            <a:off x="4527679" y="6308209"/>
            <a:ext cx="2791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Show, Attend and Tell </a:t>
            </a:r>
            <a:r>
              <a:rPr lang="de-DE" dirty="0">
                <a:hlinkClick r:id="rId3"/>
              </a:rPr>
              <a:t>Paper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3935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CC2345-BDA8-EE96-83FC-8D973386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</a:t>
            </a:r>
            <a:r>
              <a:rPr lang="ru-RU" dirty="0"/>
              <a:t>: </a:t>
            </a:r>
            <a:r>
              <a:rPr lang="en-US" dirty="0"/>
              <a:t>image caption generation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47288CE-3D4E-F06B-8BAE-573414097B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685" y="2666198"/>
            <a:ext cx="9406629" cy="2935014"/>
          </a:xfrm>
        </p:spPr>
      </p:pic>
    </p:spTree>
    <p:extLst>
      <p:ext uri="{BB962C8B-B14F-4D97-AF65-F5344CB8AC3E}">
        <p14:creationId xmlns:p14="http://schemas.microsoft.com/office/powerpoint/2010/main" val="38664739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115</Words>
  <Application>Microsoft Office PowerPoint</Application>
  <PresentationFormat>Широкоэкранный</PresentationFormat>
  <Paragraphs>28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Тема Office</vt:lpstr>
      <vt:lpstr>Recurrent neural networks</vt:lpstr>
      <vt:lpstr>Recurrent architectures</vt:lpstr>
      <vt:lpstr>Recurrent architectures</vt:lpstr>
      <vt:lpstr>Recurrent architectures</vt:lpstr>
      <vt:lpstr>DropOut for RNN</vt:lpstr>
      <vt:lpstr>DropOut for RNN</vt:lpstr>
      <vt:lpstr>DropOut for LSTM/GRU</vt:lpstr>
      <vt:lpstr>ZoneOut</vt:lpstr>
      <vt:lpstr>Layer Normalization for RNN</vt:lpstr>
      <vt:lpstr>Attention mechanism</vt:lpstr>
      <vt:lpstr>Attention mechanism</vt:lpstr>
      <vt:lpstr>Attention mechanism</vt:lpstr>
      <vt:lpstr>Examples: text generation</vt:lpstr>
      <vt:lpstr>Examples: text generation</vt:lpstr>
      <vt:lpstr>Examples: text generation</vt:lpstr>
      <vt:lpstr>Examples: solving combinatorial problems</vt:lpstr>
      <vt:lpstr>Examples: solving combinatorial problems</vt:lpstr>
      <vt:lpstr>Examples: image caption generation</vt:lpstr>
      <vt:lpstr>Examples: image caption generation</vt:lpstr>
      <vt:lpstr>Examples: image caption generation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Николаева</dc:creator>
  <cp:lastModifiedBy>Kropotov, Dmitry</cp:lastModifiedBy>
  <cp:revision>84</cp:revision>
  <dcterms:created xsi:type="dcterms:W3CDTF">2016-07-15T17:21:31Z</dcterms:created>
  <dcterms:modified xsi:type="dcterms:W3CDTF">2025-10-01T11:23:48Z</dcterms:modified>
</cp:coreProperties>
</file>